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Receita, Pedidos, Ticket Medio</a:t>
            </a:r>
          </a:p>
          <a:p>
            <a:r>
              <a:t>Receita mensal</a:t>
            </a:r>
          </a:p>
          <a:p>
            <a:r>
              <a:t>Receita por categoria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Analise de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clientes</a:t>
            </a:r>
          </a:p>
          <a:p>
            <a:r>
              <a:t>Receita por cidade</a:t>
            </a:r>
          </a:p>
          <a:p>
            <a:r>
              <a:t>Clientes recorrentes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Analise de Produtos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produtos</a:t>
            </a:r>
          </a:p>
          <a:p>
            <a:r>
              <a:t>Quantidade vendida</a:t>
            </a:r>
          </a:p>
          <a:p>
            <a:r>
              <a:t>Produtos premium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Banco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transacionado</a:t>
            </a:r>
          </a:p>
          <a:p>
            <a:r>
              <a:t>Transacoes por tipo</a:t>
            </a:r>
          </a:p>
          <a:p>
            <a:r>
              <a:t>Clientes ativos por 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